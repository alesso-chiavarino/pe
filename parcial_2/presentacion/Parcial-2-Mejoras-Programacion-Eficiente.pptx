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1124f43204f60" /><Relationship Type="http://schemas.openxmlformats.org/officeDocument/2006/relationships/extended-properties" Target="/docProps/app.xml" Id="R90bbea9aead948bd" /><Relationship Type="http://schemas.openxmlformats.org/officeDocument/2006/relationships/officeDocument" Target="/ppt/presentation.xml" Id="Ra16e7708bac1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57a3cf66154bed"/>
  </p:sldMasterIdLst>
  <p:notesMasterIdLst>
    <p:notesMasterId xmlns:r="http://schemas.openxmlformats.org/officeDocument/2006/relationships" r:id="R9275e52b196d4686"/>
  </p:notesMasterIdLst>
  <p:sldIdLst>
    <p:sldId xmlns:r="http://schemas.openxmlformats.org/officeDocument/2006/relationships" id="256" r:id="Rbc7c20bd737045bf"/>
    <p:sldId xmlns:r="http://schemas.openxmlformats.org/officeDocument/2006/relationships" id="257" r:id="R7b0de1c609ed4d7b"/>
    <p:sldId xmlns:r="http://schemas.openxmlformats.org/officeDocument/2006/relationships" id="258" r:id="R3737813b8bd6457a"/>
    <p:sldId xmlns:r="http://schemas.openxmlformats.org/officeDocument/2006/relationships" id="259" r:id="Rae59c5c018574699"/>
    <p:sldId xmlns:r="http://schemas.openxmlformats.org/officeDocument/2006/relationships" id="260" r:id="Rbd2edbda354948f2"/>
    <p:sldId xmlns:r="http://schemas.openxmlformats.org/officeDocument/2006/relationships" id="261" r:id="R7034a87cabb546ca"/>
    <p:sldId xmlns:r="http://schemas.openxmlformats.org/officeDocument/2006/relationships" id="262" r:id="R9000c009925f4ffd"/>
    <p:sldId xmlns:r="http://schemas.openxmlformats.org/officeDocument/2006/relationships" id="263" r:id="Ra072643a777a4f0e"/>
    <p:sldId xmlns:r="http://schemas.openxmlformats.org/officeDocument/2006/relationships" id="264" r:id="R2eeeae21a3f84899"/>
    <p:sldId xmlns:r="http://schemas.openxmlformats.org/officeDocument/2006/relationships" id="265" r:id="R9e3c17d5ee914559"/>
    <p:sldId xmlns:r="http://schemas.openxmlformats.org/officeDocument/2006/relationships" id="266" r:id="R0b700ebe2195489e"/>
    <p:sldId xmlns:r="http://schemas.openxmlformats.org/officeDocument/2006/relationships" id="267" r:id="R1cb3be603e0e4de4"/>
    <p:sldId xmlns:r="http://schemas.openxmlformats.org/officeDocument/2006/relationships" id="268" r:id="R69b37dc6be5a495f"/>
    <p:sldId xmlns:r="http://schemas.openxmlformats.org/officeDocument/2006/relationships" id="269" r:id="Rb9fb18a858d049d0"/>
    <p:sldId xmlns:r="http://schemas.openxmlformats.org/officeDocument/2006/relationships" id="270" r:id="Raa015730742a46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09983cbc04caf" /><Relationship Type="http://schemas.openxmlformats.org/officeDocument/2006/relationships/slideMaster" Target="/ppt/slideMasters/slideMaster1.xml" Id="R3c57a3cf66154bed" /><Relationship Type="http://schemas.openxmlformats.org/officeDocument/2006/relationships/notesMaster" Target="/ppt/notesMasters/notesMaster1.xml" Id="R9275e52b196d4686" /><Relationship Type="http://schemas.openxmlformats.org/officeDocument/2006/relationships/presProps" Target="/ppt/presProps.xml" Id="R679d2889e7f141f6" /><Relationship Type="http://schemas.openxmlformats.org/officeDocument/2006/relationships/tableStyles" Target="/ppt/tableStyles.xml" Id="Rf22cecc9aba04f7e" /><Relationship Type="http://schemas.openxmlformats.org/officeDocument/2006/relationships/slide" Target="/ppt/slides/slide1.xml" Id="Rbc7c20bd737045bf" /><Relationship Type="http://schemas.openxmlformats.org/officeDocument/2006/relationships/slide" Target="/ppt/slides/slide2.xml" Id="R7b0de1c609ed4d7b" /><Relationship Type="http://schemas.openxmlformats.org/officeDocument/2006/relationships/slide" Target="/ppt/slides/slide3.xml" Id="R3737813b8bd6457a" /><Relationship Type="http://schemas.openxmlformats.org/officeDocument/2006/relationships/slide" Target="/ppt/slides/slide4.xml" Id="Rae59c5c018574699" /><Relationship Type="http://schemas.openxmlformats.org/officeDocument/2006/relationships/slide" Target="/ppt/slides/slide5.xml" Id="Rbd2edbda354948f2" /><Relationship Type="http://schemas.openxmlformats.org/officeDocument/2006/relationships/slide" Target="/ppt/slides/slide6.xml" Id="R7034a87cabb546ca" /><Relationship Type="http://schemas.openxmlformats.org/officeDocument/2006/relationships/slide" Target="/ppt/slides/slide7.xml" Id="R9000c009925f4ffd" /><Relationship Type="http://schemas.openxmlformats.org/officeDocument/2006/relationships/slide" Target="/ppt/slides/slide8.xml" Id="Ra072643a777a4f0e" /><Relationship Type="http://schemas.openxmlformats.org/officeDocument/2006/relationships/slide" Target="/ppt/slides/slide9.xml" Id="R2eeeae21a3f84899" /><Relationship Type="http://schemas.openxmlformats.org/officeDocument/2006/relationships/slide" Target="/ppt/slides/slide10.xml" Id="R9e3c17d5ee914559" /><Relationship Type="http://schemas.openxmlformats.org/officeDocument/2006/relationships/slide" Target="/ppt/slides/slide11.xml" Id="R0b700ebe2195489e" /><Relationship Type="http://schemas.openxmlformats.org/officeDocument/2006/relationships/slide" Target="/ppt/slides/slide12.xml" Id="R1cb3be603e0e4de4" /><Relationship Type="http://schemas.openxmlformats.org/officeDocument/2006/relationships/slide" Target="/ppt/slides/slide13.xml" Id="R69b37dc6be5a495f" /><Relationship Type="http://schemas.openxmlformats.org/officeDocument/2006/relationships/slide" Target="/ppt/slides/slide14.xml" Id="Rb9fb18a858d049d0" /><Relationship Type="http://schemas.openxmlformats.org/officeDocument/2006/relationships/slide" Target="/ppt/slides/slide15.xml" Id="Raa015730742a46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6f62c574e4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c7affc4c141e3" /><Relationship Type="http://schemas.openxmlformats.org/officeDocument/2006/relationships/notesMaster" Target="/ppt/notesMasters/notesMaster1.xml" Id="Re0b8ac28e86b4f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8865a5035e4a85" /><Relationship Type="http://schemas.openxmlformats.org/officeDocument/2006/relationships/notesMaster" Target="/ppt/notesMasters/notesMaster1.xml" Id="R01216b576e2046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85fbcb9da4ae3" /><Relationship Type="http://schemas.openxmlformats.org/officeDocument/2006/relationships/notesMaster" Target="/ppt/notesMasters/notesMaster1.xml" Id="Rdc309c51b0f7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d1c061012e4f5b" /><Relationship Type="http://schemas.openxmlformats.org/officeDocument/2006/relationships/notesMaster" Target="/ppt/notesMasters/notesMaster1.xml" Id="Rbf62c87a1d634b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ccca1d4e484e2d" /><Relationship Type="http://schemas.openxmlformats.org/officeDocument/2006/relationships/notesMaster" Target="/ppt/notesMasters/notesMaster1.xml" Id="Ra0654e0c2a3141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b2b3b2637844dd" /><Relationship Type="http://schemas.openxmlformats.org/officeDocument/2006/relationships/notesMaster" Target="/ppt/notesMasters/notesMaster1.xml" Id="Rbd95c17267294f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3267c86bbf4a72" /><Relationship Type="http://schemas.openxmlformats.org/officeDocument/2006/relationships/notesMaster" Target="/ppt/notesMasters/notesMaster1.xml" Id="R6a14b6cb83d645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0ec800fc224553" /><Relationship Type="http://schemas.openxmlformats.org/officeDocument/2006/relationships/notesMaster" Target="/ppt/notesMasters/notesMaster1.xml" Id="R6ee651d277214f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60f0d8f7c4a61" /><Relationship Type="http://schemas.openxmlformats.org/officeDocument/2006/relationships/notesMaster" Target="/ppt/notesMasters/notesMaster1.xml" Id="R26812158116d44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82aa204b50443d" /><Relationship Type="http://schemas.openxmlformats.org/officeDocument/2006/relationships/notesMaster" Target="/ppt/notesMasters/notesMaster1.xml" Id="Rdd28714bcada47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c13bbdda4b4854" /><Relationship Type="http://schemas.openxmlformats.org/officeDocument/2006/relationships/notesMaster" Target="/ppt/notesMasters/notesMaster1.xml" Id="R31a317eed23e4b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5d17ede9a54a6c" /><Relationship Type="http://schemas.openxmlformats.org/officeDocument/2006/relationships/notesMaster" Target="/ppt/notesMasters/notesMaster1.xml" Id="Rbd50d2d0cf3643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eaab5489a54502" /><Relationship Type="http://schemas.openxmlformats.org/officeDocument/2006/relationships/notesMaster" Target="/ppt/notesMasters/notesMaster1.xml" Id="R948af4b4117743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baa3b8fc0149c3" /><Relationship Type="http://schemas.openxmlformats.org/officeDocument/2006/relationships/notesMaster" Target="/ppt/notesMasters/notesMaster1.xml" Id="R3ae81b03c3b549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4cb67b0ba54c4d" /><Relationship Type="http://schemas.openxmlformats.org/officeDocument/2006/relationships/notesMaster" Target="/ppt/notesMasters/notesMaster1.xml" Id="R5bdebe7420c9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trabajo como una evolución del primer parcial: se mantiene el dominio y se mejora la ingeniería del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local parcial_2.</a:t>
            </a:r>
          </a:p>
          <a:p xmlns:a="http://schemas.openxmlformats.org/drawingml/2006/main">
            <a:r>
              <a:t>Fuente: Material de clase Programacion-eficiente.pptx.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el objetivo no fue reescribir todo: se conservó lo que funcionaba y se atacaron límites concretos del primer parcial.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parcial_2/README.md.</a:t>
            </a:r>
          </a:p>
          <a:p xmlns:a="http://schemas.openxmlformats.org/drawingml/2006/main">
            <a:r>
              <a:t>Fuente: Resultados verificados localmente con pytest y pytest-cov.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para definir el concepto antes de mostrar los cambios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Material de clase, diapositivas 243–245: reestructurar sin cambiar funcionalidad, simplificar y eliminar duplicación.</a:t>
            </a:r>
          </a:p>
          <a:p xmlns:a="http://schemas.openxmlformats.org/drawingml/2006/main">
            <a:r>
              <a:t>Fuente: Material de clase, diapositivas 253–254: Long Method y Extract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Nombrar los patrones en inglés porque son los nombres habituales de catálogo y vincular cada uno con un archivo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parcial_2/CAMBIOS_PARCIAL_2.md.</a:t>
            </a:r>
          </a:p>
          <a:p xmlns:a="http://schemas.openxmlformats.org/drawingml/2006/main">
            <a:r>
              <a:t>Fuente: parcial_2/detectores.py y parcial_2/configuracion.py.</a:t>
            </a:r>
          </a:p>
          <a:p xmlns:a="http://schemas.openxmlformats.org/drawingml/2006/main">
            <a:r>
              <a:t>Fuente: Material de clase, diapositivas 246–247: Rename, Extract Method/Variable/Constant, Move e Inline.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de izquierda a derecha y remarcar que cada módulo tiene una responsabilidad clara.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parcial_2/main.py, generador.py, archivos.py, detectores.py y configuracion.py.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es el ejemplo más fácil de defender: tres bloques repetidos pasan a una función compartida.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parcial_2/main.py: _agregar_datos_generados.</a:t>
            </a:r>
          </a:p>
          <a:p xmlns:a="http://schemas.openxmlformats.org/drawingml/2006/main">
            <a:r>
              <a:t>Fuente: parcial_2/CAMBIOS_PARCIAL_2.md.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SnakeViz no optimiza automáticamente: muestra evidencia para decidir qué optimizar.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parcial_2/perfilado.py y parcial_2/README.md.</a:t>
            </a:r>
          </a:p>
          <a:p xmlns:a="http://schemas.openxmlformats.org/drawingml/2006/main">
            <a:r>
              <a:t>Fuente: Material de clase, diapositiva 178: SnakeViz visualiza perfiles de cProfile; diapositiva 291: cProfile + SnakeViz.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Defender psutil como la alternativa permitida por el enunciado. Es adecuada para observar un proceso local y evita infraestructura innecesaria.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parcial_2/monitoreo.py y parcial_2/main.py.</a:t>
            </a:r>
          </a:p>
          <a:p xmlns:a="http://schemas.openxmlformats.org/drawingml/2006/main">
            <a:r>
              <a:t>Fuente: Material de clase, diapositivas 182, 184 y 185: YourKit, New Relic y Elastic APM.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Remarcar que batching por sí solo no alcanza: hay que conservar estado para no perder alertas en los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parcial_2/archivos.py: calcular_perfiles_csv e iterar_alertas_csv.</a:t>
            </a:r>
          </a:p>
          <a:p xmlns:a="http://schemas.openxmlformats.org/drawingml/2006/main">
            <a:r>
              <a:t>Fuente: Material de clase, diapositivas 187–209: E/S, buffers, batching y archivos grandes.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paralelizar no siempre acelera: la versión final conserva la estrategia secuencial optimizada porque el overhead de procesos fue mayor con estos volúmenes.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parcial_2/archivos.py: TAMANIO_BUFFER_PREDETERMINADO y agrupar_en_lotes.</a:t>
            </a:r>
          </a:p>
          <a:p xmlns:a="http://schemas.openxmlformats.org/drawingml/2006/main">
            <a:r>
              <a:t>Fuente: parcial_2/detectores.py: ProcessPoolExecutor por grupos de usuario.</a:t>
            </a:r>
          </a:p>
          <a:p xmlns:a="http://schemas.openxmlformats.org/drawingml/2006/main">
            <a:r>
              <a:t>Fuente: Material de clase, diapositivas 205–209: batching y procesamiento paralelo.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comentarios de docstrings: el comentario explica decisiones no obvias; el docstring documenta la interfaz de un módulo, clase o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parcial_2/*.py y parcial_2/.flake8.</a:t>
            </a:r>
          </a:p>
          <a:p xmlns:a="http://schemas.openxmlformats.org/drawingml/2006/main">
            <a:r>
              <a:t>Fuente: Material de clase, diapositiva 216: docstrings; diapositiva 235 y 420: flake8.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cadena código-docstring-HTML. La documentación deja de ser un archivo aislado y se genera desde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parcial_2/docs/index.rst, uso.rst, api.rst y refactorizacion.rst.</a:t>
            </a:r>
          </a:p>
          <a:p xmlns:a="http://schemas.openxmlformats.org/drawingml/2006/main">
            <a:r>
              <a:t>Fuente: Material de clase, diapositivas 240–241 y 331–338: Sphinx.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que flake8 reemplaza todas las capacidades de SonarQube. Presentarlo como alternativa proporcionada para estilo y análisis estático básico.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parcial_2/.flake8 y verificación local python -m flake8 .</a:t>
            </a:r>
          </a:p>
          <a:p xmlns:a="http://schemas.openxmlformats.org/drawingml/2006/main">
            <a:r>
              <a:t>Fuente: Material de clase, diapositiva 242: capacidades de SonarQube; diapositivas 235 y 420: flake8.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explícitamente la duda: pytest sí cuenta como framework, específicamente un framework de testing para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parcial_2/tests/test_archivos.py, test_detectores.py y test_monitoreo.py.</a:t>
            </a:r>
          </a:p>
          <a:p xmlns:a="http://schemas.openxmlformats.org/drawingml/2006/main">
            <a:r>
              <a:t>Fuente: Resultados verificados localmente: 15 tests y 94% de cobertura del núcleo.</a:t>
            </a:r>
          </a:p>
          <a:p xmlns:a="http://schemas.openxmlformats.org/drawingml/2006/main">
            <a:r>
              <a:t>Fuente: Material de clase, diapositivas 272–275: tipos de testing y características de pytest.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volviendo a la idea central: no se agregaron herramientas de forma decorativa; cada una resuelve un límite concreto del primer parcial.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parcial_2/CAMBIOS_PARCIAL_2.md y parcial_2/README.md.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83186caa046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8c5661f7f42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f7bca514c41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ba277efc04e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9bde73db148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6856c23e546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C14990-4359-4B4B-A144-7C4F31BC8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AF383D-5AED-4227-AC1B-8F28A93CD5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CF13D0D-DCCB-4F24-B904-827DC765E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F8F911-D0FE-49C1-9DE8-26BF5FCA3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FF2AFC-CE1B-46DA-B967-ED8BAA1783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48FE48-E6B7-450B-96A5-73CACA532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A2A187-6505-419C-9161-6F0DD87AA3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DADA3C-353B-41FC-B773-B7748A471F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78B2D8-0D92-4306-AE99-8E63F6B73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073C65-B58D-4112-BBFC-F9ED81A0CD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83be5799ae4a7d" /><Relationship Type="http://schemas.openxmlformats.org/officeDocument/2006/relationships/slideLayout" Target="/ppt/slideLayouts/slideLayout1.xml" Id="R99bf07d8d78548d9" /><Relationship Type="http://schemas.openxmlformats.org/officeDocument/2006/relationships/slideLayout" Target="/ppt/slideLayouts/slideLayout2.xml" Id="Rf5a1694909a9421d" /><Relationship Type="http://schemas.openxmlformats.org/officeDocument/2006/relationships/slideLayout" Target="/ppt/slideLayouts/slideLayout3.xml" Id="R5a4a0c0bcf1a4230" /><Relationship Type="http://schemas.openxmlformats.org/officeDocument/2006/relationships/slideLayout" Target="/ppt/slideLayouts/slideLayout4.xml" Id="Ra94be965c0034804" /><Relationship Type="http://schemas.openxmlformats.org/officeDocument/2006/relationships/slideLayout" Target="/ppt/slideLayouts/slideLayout5.xml" Id="Rfd322b4eefa84b6d" /><Relationship Type="http://schemas.openxmlformats.org/officeDocument/2006/relationships/slideLayout" Target="/ppt/slideLayouts/slideLayout6.xml" Id="Rd620fbe8ff1f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f07d8d78548d9"/>
    <p:sldLayoutId xmlns:r="http://schemas.openxmlformats.org/officeDocument/2006/relationships" id="2147483650" r:id="Rf5a1694909a9421d"/>
    <p:sldLayoutId xmlns:r="http://schemas.openxmlformats.org/officeDocument/2006/relationships" id="2147483651" r:id="R5a4a0c0bcf1a4230"/>
    <p:sldLayoutId xmlns:r="http://schemas.openxmlformats.org/officeDocument/2006/relationships" id="2147483652" r:id="Ra94be965c0034804"/>
    <p:sldLayoutId xmlns:r="http://schemas.openxmlformats.org/officeDocument/2006/relationships" id="2147483653" r:id="Rfd322b4eefa84b6d"/>
    <p:sldLayoutId xmlns:r="http://schemas.openxmlformats.org/officeDocument/2006/relationships" id="2147483654" r:id="Rd620fbe8ff1f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4569efeca44f3" /><Relationship Type="http://schemas.openxmlformats.org/officeDocument/2006/relationships/image" Target="/ppt/media/image.png" Id="Rf97a627901334da6" /><Relationship Type="http://schemas.openxmlformats.org/officeDocument/2006/relationships/notesSlide" Target="/ppt/notesSlides/notesSlide1.xml" Id="R3fa30ec7759749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e991426654c33" /><Relationship Type="http://schemas.openxmlformats.org/officeDocument/2006/relationships/notesSlide" Target="/ppt/notesSlides/notesSlide2.xml" Id="Rf394010167834e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e8b74ea4bb4da8" /><Relationship Type="http://schemas.openxmlformats.org/officeDocument/2006/relationships/notesSlide" Target="/ppt/notesSlides/notesSlide3.xml" Id="R456146586f7547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00280f15c4f02" /><Relationship Type="http://schemas.openxmlformats.org/officeDocument/2006/relationships/notesSlide" Target="/ppt/notesSlides/notesSlide4.xml" Id="R261b40fc0cd341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8e04daa994f50" /><Relationship Type="http://schemas.openxmlformats.org/officeDocument/2006/relationships/notesSlide" Target="/ppt/notesSlides/notesSlide5.xml" Id="Ra94c429b08724c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c62193a084e2d" /><Relationship Type="http://schemas.openxmlformats.org/officeDocument/2006/relationships/notesSlide" Target="/ppt/notesSlides/notesSlide6.xml" Id="R91437f31a1d043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2abc2c10844b7" /><Relationship Type="http://schemas.openxmlformats.org/officeDocument/2006/relationships/notesSlide" Target="/ppt/notesSlides/notesSlide7.xml" Id="Rb975b360830740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68239b60a4f04" /><Relationship Type="http://schemas.openxmlformats.org/officeDocument/2006/relationships/notesSlide" Target="/ppt/notesSlides/notesSlide8.xml" Id="R1fc24330c6d740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d2cd99a354f03" /><Relationship Type="http://schemas.openxmlformats.org/officeDocument/2006/relationships/notesSlide" Target="/ppt/notesSlides/notesSlide9.xml" Id="Rc355eb0d1bbe49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86a3a43c94fcc" /><Relationship Type="http://schemas.openxmlformats.org/officeDocument/2006/relationships/notesSlide" Target="/ppt/notesSlides/notesSlide10.xml" Id="Ra0e67ce07f404f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dae1ac3f34c63" /><Relationship Type="http://schemas.openxmlformats.org/officeDocument/2006/relationships/notesSlide" Target="/ppt/notesSlides/notesSlide11.xml" Id="R1235cc58c04748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cc84895e84475" /><Relationship Type="http://schemas.openxmlformats.org/officeDocument/2006/relationships/notesSlide" Target="/ppt/notesSlides/notesSlide12.xml" Id="R0963c6b72b684a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1eeec389840a7" /><Relationship Type="http://schemas.openxmlformats.org/officeDocument/2006/relationships/notesSlide" Target="/ppt/notesSlides/notesSlide13.xml" Id="Ref1e9d68626b4a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4100501194334" /><Relationship Type="http://schemas.openxmlformats.org/officeDocument/2006/relationships/notesSlide" Target="/ppt/notesSlides/notesSlide14.xml" Id="Refcc929e3bf64d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4addd477c4dee" /><Relationship Type="http://schemas.openxmlformats.org/officeDocument/2006/relationships/notesSlide" Target="/ppt/notesSlides/notesSlide15.xml" Id="R6dfd6bb72a3443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C0324-A31F-4902-9B44-D959387DA7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a627901334da6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ABBD9-F32E-4279-87BF-3639976C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EFA8E-6681-4733-B9F2-9333C0D3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676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7218F-3DAD-465C-B477-4634C123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SEGUNDO PARCIAL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64744-52A0-415A-B0E4-83BC219E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5572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Mejoras sobre el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detector de transacciones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9A2D8-922B-4079-B33F-08DCCC17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Refactorización · archivos grandes · calidad ·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DBD4-3DD7-4542-9072-A390AC7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D45E7-9982-4F03-9470-7E0C0740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Python · Proyecto parcial_2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19BC5-1FB4-4EE2-BA60-0087590D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La misma funcionalidad, con una arquitectura más mantenible y preparada para mayor volumen.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1092D-80DF-469B-AFC4-B69F5704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</a:t>
            </a:r>
          </a:p>
        </p:txBody>
      </p:sp>
    </p:spTree>
    <p:extLst>
      <p:ext uri="{BB962C8B-B14F-4D97-AF65-F5344CB8AC3E}">
        <p14:creationId xmlns:p14="http://schemas.microsoft.com/office/powerpoint/2010/main" val="837325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643B1A-D4A3-4738-A4A1-C6C9E0F2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CB4C0-CCB5-4C3A-B53C-DB002937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Del parcial 1 al parcial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6351A-5269-4E67-B9CA-E3A193EF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FF454-835D-4720-840F-32F3150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919FA-847C-48D1-95F4-A948715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8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DEA78-93AA-4585-A90A-1844DB45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Parcial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50E1D-381B-47E7-A600-996C186C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Comparó cinco estrategias, midió tiempos y memoria, y justificó estructuras como dict, deque, set y cache LRU.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544B7-AAD0-495B-8BE5-0175D705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AAFD7-DAAC-43FA-AEDE-E9B78EAF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1B287-D5D3-4241-BEE6-371A672E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FCAA2-936F-409F-9DDF-9B7A6E6A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3333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13B98-6F26-4FF0-A033-C6952FF6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CB406-EF3F-467B-A8D7-43A2E5CE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Problema nuevo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86F7C-A300-4FB9-AF65-A48AFD10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0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El programa funcionaba, pero necesitaba menos duplicación, procesamiento de archivos grandes y controles automáticos de calidad.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B1DCC-D242-470F-9215-0560D5AC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EB5D6-892C-410C-B075-49C67E2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F4785-F08A-4DAF-9CD9-F8F5E546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DF6E5-1362-445D-B212-464A300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781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193D0-5BA6-48BC-8791-FEB5E50F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FD3E7-B665-4FB1-92AA-93947FA2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Parcial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3FB1A-6F9A-442A-A737-5DC563EF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400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lógica pasa a módulos reutilizables, se procesa por streaming y el comportamiento queda protegido por pruebas.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92F29-7F04-4E24-B84C-FDBD015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B7453-91A0-4A39-8B47-D2E3E8E9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4B3D1-373C-4275-9994-7112C39E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A5564-A241-4CDD-B01B-D6742DE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3DB2C-C98C-4435-AA7E-1B793AE3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pruebas automatizadas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CC4A9B-9842-410F-9BB0-DD9BCB5C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2632A1-7C01-4C81-B88D-A84AF38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91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1B0B3-7AEA-45F3-855A-43DF329F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768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cobertura del núcleo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BA9FD-4F57-4ADE-BABA-8F82A95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38625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34CBC-138C-44C6-A686-9D3A5F2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91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1 MB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FFC093-529F-4651-8B0F-E97253C6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buffer de E/S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C7E15-7EE8-484C-BBEF-2C8F885A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38625"/>
            <a:ext cx="3409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CCF088-011D-480C-926B-4939CC3D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--transacciones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DF35C9-D77A-4164-A38B-12E3654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volumen configurable desde CLI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5FEF8-B415-4DED-A5C5-3D0E921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0621A5-5DC8-4F90-BF83-C2BFCEC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8671D3-E379-44FE-B4E0-C1E6A6E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396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6663F-25FC-4997-B4A5-74BB013D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ETAPA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503FA-DB07-4FEF-AE1E-38309F31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Refactorizar sin cambiar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624D2-1168-4108-B89D-CF963DE6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6AFEB-9111-424A-B6AB-3D5E8BD4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95560-E75A-4A25-BEE7-33D9A6ED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Refactorización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7C8FD-AB14-4ED3-9E64-9C9DD433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767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Reorganizar la estructura interna del código sin modificar su funcionalidad observable.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A5F81-EDD8-42BC-8B1A-1CA04BC4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A6527-3AE4-4379-87A1-3B71FC11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F2D8D-4C7B-438A-9614-2DCBF11F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1. Detectar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9009F-6613-4FDD-A324-E350103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Código repetido, funciones extensas, constantes dispersas y responsabilidades mezcladas.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41822-BC6C-4585-80D2-29759954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58E1A-41D6-46B2-885A-99F5B77F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D7571-CA73-4790-8AF7-6F3F9BB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04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C8763-051E-45F1-B559-8EAA0856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0A141-6337-482E-9671-DD6C00CC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2. Transformar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AD140-21D9-4B05-BF85-1D770AF1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57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Extraer métodos y clases, mover responsabilidades y centralizar configuración.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272C6-5E55-4054-A40E-0B5B4FC5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8F7DB-06CA-479B-A464-B6BDE61F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2B592-AC4E-490A-827D-31C2A06C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B67D2-5AC4-4F66-ADAD-4BA97518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56D5B-9291-4092-AFE1-D97D8F2B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3. Verificar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654D9-CAD2-4C20-AE7F-C6F7AF8B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Correr pruebas de regresión para comprobar que las alertas continúan siendo las mismas.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5384CD-85FD-4065-9282-2A2293E0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C4750-DD89-4838-9C43-EBDD97C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44B1F-3D4A-476D-B3C5-82AF9A7F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D1104-9862-43B5-9FEB-6AFDC1E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00ADD-37A8-407A-A1B4-AC14BAD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5395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A83A91-E77C-4FF1-A8EA-2C56A50B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REFACTORIZACIONES APLICADAS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83BA6-E024-4675-AF32-A59C32CC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Cuatro cambios concretos en 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6D02F-B0D2-4B49-8FA9-150C617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AA455-CC0B-4F5D-9B0E-2CBF647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5105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45C0-EBD4-4A13-AB5A-CF31EB81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09E71-DC38-49F3-86F6-6A8C5D24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Extract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7F2CA-BE7F-44E5-A79B-9D2498CE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EstadoDeteccionUsuario encapsula colas, contadores y alertas emitidas. La detección deja de depender de una lista completa.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4F225-EF66-413D-91BC-88C67F2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E0BD4-5975-4F21-BE95-86C7B970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28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507A2-66F5-4C28-BB7A-4BC37FB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5562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B42F6-E928-49E5-8801-1D8E7AC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F88E2-4277-4FF1-9B75-A33A1304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18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Extract 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2D045-1562-4A96-8691-A1C8D8D5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_agregar_datos_generados concentra argumentos comunes; _guardar_filas_csv y _cargar_pyplot eliminan lógica repetida.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219B-30D0-4A96-9350-A460AC81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240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37918-EE6A-45B2-954A-8CF48D19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28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92119-1826-46D5-9550-2C7FBD1A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5105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BDE1A-FFD6-4E68-BFAE-029F62A0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D1447-84BC-4C9C-960C-9EED6082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Encapsulate Configuration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16276-E827-4BD4-A204-0D294715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ConfiguracionDeteccion reúne ventanas, mínimos y límites en un dataclass inmutable y fácil de reemplazar en pruebas.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756AB-002A-4851-929D-DA82442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386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9D18D-196B-4FB7-943E-91684584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DC71A-C591-451B-83E6-2A618FB0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5562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6FE6E-343E-4E43-AE2A-A1FDB2D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7F6C2-1591-4435-B03D-03740B3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518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Remove Duplication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FA959-E67E-415B-BCF2-4285FCD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escritura CSV y la configuración de gráficos tienen un único punto de mantenimiento: se aplica DRY.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CC264-714E-42A0-BD5B-9283DAE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0386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C9EE2-649C-4612-8977-14C2A184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8B3293-684E-4BEC-A77B-904D0384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913D7-3B8C-46E1-A633-97CC344D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A4C0D9-FADA-4E1B-943C-656605B6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6915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1E3074-38C5-4DE5-BC4F-18B5B56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30FE8-A133-4C2B-BB13-0A73E3C6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La lógica ahora está separada por responsabilidad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FA969-1EE8-4815-A4D1-7994095B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76FB6-A71D-4BB1-A8FB-E3D71BE8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F9261-6C62-4FC8-8518-5D011F8A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5553E-2070-4358-9891-507038F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1181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80EF3-051E-4558-A9FF-C98E658F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6690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5CBAC-E749-42AC-B29E-29617C0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09750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F4C31-9187-4787-828D-0AA39BCE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669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SALIDA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9D3B3-4028-4FFF-B29E-95D16862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762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7E3CF-8AD1-4461-BE99-F3E7A523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83AB2-A7BE-4912-9D3D-8F94AD40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main.py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98C00-3C60-44C7-AF43-691A916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CLI y coordinación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C8BFE-B907-4C91-9A52-B37BB690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3C030-DF59-429D-9472-444C7970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E559F-0584-4956-BC1F-706DD247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A9C6B-9823-488E-960E-4BEF9864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050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B65DE-977C-4B89-A04F-F9834BD2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34F23-38DB-4E9D-8875-DB2ECB27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generador.py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E5BE0-DCF9-458B-BA5A-594CC91F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2762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Transacciones con yield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8C098-3DDF-4856-816A-6EAC3AE5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B2BAA-FF22-4180-94C8-3795029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2F6A07-8BCD-459A-8146-1545813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54655-8C89-4391-A4CB-889B2282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543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930E4-8097-4CF6-8ECE-AEEC4F3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1DEC7-EF36-4559-A472-1953896D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archivos.py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AA61F-6FAF-4C40-B594-D6EEF860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CSV, buffer y batching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5A4DC-961E-44A9-B9FA-4AD0C8D3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76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3E833-4EAA-4EBD-8E30-C2DBB30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EB76D1-E9E5-4A7C-B18A-323BBB96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92ED0-3A95-4335-8ABE-26C47E85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95750"/>
            <a:ext cx="3714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1E028D-959F-457C-92E3-03DF6E8D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86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4D3020-4EED-4FAF-9534-12DB950A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148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detectores.py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93C8B-DB31-412D-B8F5-A0FACEC1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 por usuario + reglas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B60843-747A-4776-BC5A-A0007176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0E707E-A513-444C-9A59-1075457E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72BCCC-DF2E-4300-B833-D1C6506A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4667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D8E566-A7BF-4E09-81DA-BF4343B6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986723-D355-49D5-80C1-0A4439E5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configuracion.py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D5C8EA-BA98-4BE6-B529-5192ECB5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53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Umbrales centralizados e inmutables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E8ECE0-AB00-44DC-B27F-5A5087A3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267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0D968C-7AA8-42EC-BCF9-004A994D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987123-6B29-4F6A-B64B-6E2E3837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Capas transversales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6633B1-E344-4FC1-B447-62D2072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5248C7-807A-4BA0-AEC2-90D348B0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pytest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094E9F-10DE-4BC2-B7D7-AC162D7B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7F0F44-0798-4421-BDEC-45D9C7BC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flake8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F4E238-ABF9-43EB-90F3-F4DCAB38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8808E4-BC5E-45D9-B841-B7E9C191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Sphinx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9112EA-241D-4B76-AF6F-13C437E8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2B5E4F-1296-403B-8BA5-3339DE33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psutil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FFF407-7052-4DCE-B6AF-6E25FA23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394F4E-721E-440A-B3DD-1DEFEF3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F9458C-2815-4793-8387-886F4EF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0498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B9BD5-80D7-4904-AEE6-A448916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CÓDIGO REDUNDANTE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EBA10-824B-4931-B295-0EDE3050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Antes y después: menos repetición, más intención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CA786-528D-4E11-AD97-47728A88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1FEAB-1FD9-42C8-A660-7ED0B84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C83D5-82C8-409D-A250-A0087AC8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DESPUÉS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91024-BC2B-443D-97C5-0E3195A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0101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29FDE-4E0F-43C7-BCA5-19ACAAC3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591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demo.add_argument(--transacciones)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benchmark.add_argument(--transacciones)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perfilado.add_argument(--transacciones)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# misma definición en cada comando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DE722-3D8A-4628-A36B-ADE363D0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2578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60414-C3CE-42D0-8D07-128DAF6B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838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def _agregar_datos_generados(parser):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    parser.add_argument(--transacciones)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    parser.add_argument(--semilla)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# una sola fuente de verdad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DCA71-0CA4-431E-90F9-3AB01C51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8966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42353-98FF-44D9-8273-039210A1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1043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Resultado: </a:t>
            </a: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si cambia un argumento, un formato CSV o la configuración de Matplotlib, se modifica un solo lugar.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Impacto: </a:t>
            </a: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menos inconsistencias y menor costo de mantenimiento; la interfaz pública se conserva.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143F6-2CD1-4A14-865F-FF8E91D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2185B-EC70-457E-920F-8809651A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8C06A-F295-486C-80C9-FD049E01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5993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65D7E-5853-4957-AF97-C1806EAF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OPTIMIZACIÓN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4F957-3801-4A0A-8562-22C37928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cProfile + SnakeViz: encontrar dónde se va el tiempo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33237-2BD8-4F5C-A9AB-62114252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FC7F2-A2DE-4692-92C2-8C9CC2D0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D927D-2F59-481E-B2D2-090AA5D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8D965-C29F-4BCB-A09B-A37A7C3A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1. Medir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76D9B-62A2-4FEB-AB34-8BED7F3F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cProfile ejecuta la versión inicial y la optimizada.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58C16-B5C2-4355-8D9E-0250D3A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A6024-2DE2-4836-9E2D-FC79235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1CB14-C852-4BA6-B9FE-C29881A9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6A862-6B6B-4023-B30B-B19AB6AA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0C4BB-3F5E-4F5F-A745-EB2E3577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68063-2A38-4B43-A991-9D9042A7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86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2. Guardar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92D66-667D-4A54-990F-55258580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El proyecto genera archivos .prof reproducibles.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4A695-B5CD-4399-872F-BB874BA8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F4B96-4A63-4CCC-87E3-BAB3195C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030F6-FEB7-45CB-82B8-CD774C94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56DC0-4CF4-421A-AB4B-BDDBBF9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DC341-845A-4FAE-A25C-61EE169B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915AD-39D3-493A-BCA1-5D22F2A4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3. Visualizar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57DF6-8D8B-41FC-8720-F1C23466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SnakeViz convierte el perfil en vistas interactivas.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63736-7DAC-49DC-ABEA-7B26B29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9784E-F85A-417F-B4D0-154B402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C6E66-8591-4C17-847C-CEB50C1B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4D8DE5-F33F-49D4-A97E-A3DBA31E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2095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5AA5E-0E32-4361-A276-A622903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08808F-2EE3-4CFB-8BEF-E2226F8E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4. Decidir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03B93-A175-438A-B63D-707B5CD8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Se prioriza el cuello de botella real.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59B3C-DEEB-4FD3-838A-489C6E1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F5EA5-08C7-4ACC-A304-548C976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86510E-AF1B-4B59-ABDF-B29E2D3F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666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CC6628-399E-42B7-8EBF-C6E08CC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895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F7F3B5-FE05-4EA2-9171-8318C126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COMANDOS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24CAD-957A-4CAF-A37F-C07CB0D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624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main.py perfilado --transacciones 5000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snakeviz resultados/perfilado_optimizado.prof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D8E45-4356-4C6E-A272-4B3526C9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4000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E4E861-C199-4C24-BEE3-5924077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¿Por qué SnakeViz?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38DA65-771E-4EBB-BF14-57A62FBB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Aprovecha los .prof existentes, es visual y requiere menos configuración que incorporar un profiler nuevo.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6E645C-0D11-4343-9EA1-1F64870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EB0B67-A913-4BC6-84AF-98ABB4A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0FC911-2D34-4B16-A413-1DF6B913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115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0F669-9B00-4836-AC04-FE6CF1E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HERRAMIENTA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B7851-7040-4DA5-A1BE-C1A031DF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psutil: observabilidad simple para un proceso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2E0B0-A65D-433B-B0CD-187537CF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56CAE-6299-4937-9F74-61E85634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4386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8B189-297B-43D1-91CA-CB61009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medir_recursos()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3DBCA-D96D-4A90-B433-07E5DF1A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3845C-B027-4B46-919C-4B0CC641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520AD-27AD-4913-8512-F2547220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memoria máxima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EB404-C124-44D7-9A69-FDBE6F5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11B94-FEDD-4F29-9974-5AA500F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CPU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A1DE-4582-4960-981E-2083150C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segundos usados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3FCA8-1637-4C1F-9018-E04F8DFD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626D6-5601-4FF6-B48D-2385D012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84C55-6A15-42D4-8CBE-5FC09891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867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bytes leídos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BD9B3-9C09-444E-B7CA-6B3999EC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D2BC4-CC4F-4905-9F29-6A16C007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CC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C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CC5C"/>
                </a:solidFill>
                <a:latin typeface="Helvetica Neue"/>
                <a:ea typeface="Helvetica Neue"/>
                <a:cs typeface="Helvetica Neue"/>
              </a:rPr>
              <a:t>I/O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3204B-34C3-4D04-9B92-57662FB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3867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bytes escritos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1FA47-C4EC-49DA-8740-FFDBA2D4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737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Por qué no New Relic o Elastic APM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57661-2AB9-4457-BE79-BA58651B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5715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El proyecto es una aplicación CLI/batch local, no un servicio desplegado.</a:t>
            </a:r>
          </a:p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psutil mide exactamente los recursos solicitados sin servidor, agente ni cuenta externa.</a:t>
            </a:r>
          </a:p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medición queda integrada en analizar-archivo y se imprime al finalizar.</a:t>
            </a:r>
          </a:p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Trade-off: no ofrece trazas distribuidas ni paneles históricos.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0F45E-E3CE-4E7A-884E-587A4129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29146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169C5-B23E-452F-87CA-E93665A2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2920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Elección proporcional al alcance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C2D34-BD6B-4751-A8BD-FCD3A8F0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48B9D-93CF-49F8-B6EC-ABA9FA48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48D59-B744-4C63-A481-A1280D27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294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212253-1279-46B0-9D41-3B738519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ARCHIVOS GRANDES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32C0F-D70D-4CB5-A95D-BB607D11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Dos pasadas, memoria acotada y estado correcto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E6087-E856-4402-91B6-90796791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E66C0-2D10-4871-BC99-443528F6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86AC6-3DE3-4667-BE68-4328ABD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42FB7-E83F-4E83-B860-939AFB8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CSV ordenado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6EF4E-D06F-49C3-BBB9-F57A9B63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Entrada leída línea por línea.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A245B-E4BF-4F15-B0EB-F425F3B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1E9E3-8AAE-4B29-A26A-D526BD2A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0BC68-46DF-4692-BE14-19113599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EA6F0-9F79-49CA-B798-1B4C0CDB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AD8F6-996F-4BE1-A1B4-B42EEBFD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2D574-9EEC-4E77-B568-3BC09D0E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Pasada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D2651-98E2-4620-AF77-B630BD2E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67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Promedio y varianza incremental por usuario.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EC087-C468-41DF-B0F3-94C48DB8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B7DC5-B71D-4324-B5E6-5848E440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50BB5-1FE6-4BC7-B84A-20CAB501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1CC4F-8BEA-445D-A00A-3D7D0942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39037-25E2-49C3-A432-B82A6E50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6CE72-0341-46DF-836F-05FA7D1E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Pasada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C1045-C0AD-4463-BCDB-DD19789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Reglas por lotes con ventanas persistentes.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47854-E849-48BA-A0E8-E2104EF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8D7DA-B3AA-4FB6-A2F8-185838A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485DB-3D97-44DE-885E-5D09A8A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87BBC-C2AC-4EEC-9E5E-15A72FD8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739CF-52B7-4263-8126-EBC5858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1972A-9F23-4328-B886-80441C0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Alertas 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2F06D-07B5-4ED9-9ECF-15620FD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Salida progresiva.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ABC408-F990-43EB-AB96-B58C6ED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D1877-32C9-4CB8-B1D0-D0D73678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539336-D906-4F55-BFFD-4B286302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108966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2D657B-FDD8-4B4A-8CED-4FD0791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1036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clave de corrección: 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EstadoDeteccionUsuario no se reinicia al cambiar de lote.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Consecuencia: 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una ráfaga que empieza al final de un lote y termina al inicio del siguiente sigue siendo detectada.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Memoria: 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no se carga el archivo completo; sólo se conservan perfiles, estados y el lote actual.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B2C87-8AEF-4856-95E3-2D47BB82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BD20E9-35E0-4CFB-B35C-54EFD591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A91367-ED28-4051-8ADB-E1A5A85A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17766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32F4B5-8AE2-480C-A1F9-6FCD2BE8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E/S Y CONCURRENCIA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2379C-718E-4504-BC70-7C2BC01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Buffer, batching y paralelismo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E13C0-895C-4A8E-8B8E-3578F089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F7B7C-0C21-45DF-AA41-52DD93D1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58F40-9DE8-4EAA-A600-F0D5BA1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3E5B9-D244-4D85-BAF7-8400783C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Buffer · 1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0CC7E-EA7F-40B3-BE2B-52556F04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95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Reduce llamadas pequeñas al sistema operativo durante lectura y escritura. Se aplica al abrir los CSV.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5504F-7698-4F63-AFBA-344D4287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215C3-41D3-4835-9BD0-7C97F32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82373-C743-4761-993E-C72B9FCB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64F50-48AD-4B52-A313-DDD42E98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DACE6-F170-4E36-AD1A-E1A6F27F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Batching · 10.000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72AAA-558F-467C-A21E-720E0BE9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295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Agrupa un número limitado de transacciones. El tamaño se puede cambiar con --lote.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2325D-3F70-4302-ACFD-AFE93B60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EBD16-0644-4BD5-94AF-755793F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B4EC8-1E68-4691-AFF6-BDDC7A7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333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76983-D0A7-4652-B2D9-33573E69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C80BF-7497-411C-83AA-5195A4BD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Paralelismo · por usuario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41AA1-03BC-4534-9463-DB22A56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95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ProcessPoolExecutor reparte grupos independientes. No se dividen ventanas temporales arbitrariamente.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68744-2BA7-440D-A2CD-2FF3600E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8A75F-4B0E-4613-A171-E9822C45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5DA84-552F-44C5-81C7-CD26DF42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CF10F-5334-45E4-881D-8B4F18C1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895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4D332-CC17-4395-B24E-1D3D0521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EJEMPLO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2AD06-3E00-4B2E-A0B2-7F36CC8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main.py generar-archivo --transacciones 100000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main.py analizar-archivo datos/transacciones.csv --lote 10000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0F9A3-C14D-4A40-BE11-7B82ED53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1D67B-ED6F-4779-9831-1541321C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F5053D-CD2A-4684-A290-A43CBF20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3139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B041DD-58E2-47BC-AB5E-8D719DCD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MANTENIBILIDAD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8AB72-FD55-490D-A872-9E06077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Código que explica su intención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95AC4-9FAE-4812-98E9-EFF4B31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5CA9D-364D-4B60-90D3-4E7859E6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6D9FA-2036-420F-9B5F-72FDD2D1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0BA94-8AA0-447A-A511-43595380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Nombres descriptivos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CB0C8-6421-4E46-A8E5-6B608DF2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tamanio_lote, memoria_rss_maxima_mb y ventana_repeticion reemplazan abreviaturas ambiguas.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17681-5747-4C7F-B5C4-1DA8CE55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0F721-2534-4145-AA24-730124EB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E1173-9AEA-4CCB-A952-1D165F38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E68E5-9CF6-4E60-B2EE-AFCAF25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7294D-C3CB-40DA-ACD9-B97B7EF8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Docstrings útiles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8082F-9EAB-4A20-B858-DFD1334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Los módulos, clases y funciones públicas describen propósito, entradas, salida y restricciones relevantes.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77F0E-F6E1-49C3-A29E-91275F5D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496B5-8CD9-43E0-AB0A-3D6D5974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D75FB-BDF6-4274-9D6B-864E4AAC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B98E6-C4B7-4823-945D-5A716E27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39DC3-EC8F-4D44-9414-40A9AB55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Organización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C4FE1-44FB-4DB7-8B13-04C162A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CLI, dominio, archivos, monitoreo, pruebas y documentación viven en módulos separados.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5500B-90AD-46BD-8AF9-AC6525CB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D0E3B-BA26-44E1-94AD-61DF4C05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E58F4-EAD7-474E-848F-84832554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896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BD324-713F-42BA-8672-9AA804A2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PEP 8 como regla automática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E6F2F-90E4-40C7-96B7-15D88C58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flake8 revisa formato, nombres, imports y errores frecuentes. Resultado actual: sin observaciones.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215630-5A40-4E1E-B3CD-95903511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05325"/>
            <a:ext cx="2571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043C2-5BAA-4AA7-92C2-5E5E2489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624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python -m flake8 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985F1-B180-492E-B521-D4CED2F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9F30D-B091-4A4F-A5F3-252F9556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72851-71C0-4897-B007-9146BC94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9836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35B252-476E-4FF1-BC21-24121EB1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DOCUMENTACIÓN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2C953-2C5F-4087-9578-9136A6FC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Sphinx: documentación desde docstrings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8678A-4628-4974-B14A-81BAF0EF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E9736-1B25-4247-903E-B9E0917E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686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01B80-9DB0-4F66-834C-C3964205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5A7FE-FC76-4FF8-B286-CEAD25C5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Código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0A776-7EAC-4A3D-9F09-2E4ADC96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Docstrings junto a la implementación.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5D788-F9AF-4BE6-AA27-AB2189B1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E257D-7364-46C2-8281-DD5BB626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8441D-47FE-4A8A-AEC1-FFF28552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EB17E-A65C-4352-8160-EB6B4943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85950"/>
            <a:ext cx="2686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DCB3D-EBF7-48D8-BCDB-78A79ADF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D7975-1EA5-4945-97E9-5439685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Autodoc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F407E-1373-4E9D-AB54-EBE1045A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Importa firmas y descripciones.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F7513-C30C-4A1B-823F-C749FD97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6D93F-1DDF-45EB-8D6F-8425541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2B626-2E50-4017-8AD1-B3927CAF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C93DA-BE2E-440C-A767-25262D5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85950"/>
            <a:ext cx="2686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E7C22-7890-45DC-9278-C27A545F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9F9F3-DC4A-4ECD-AEF9-6B60CE5C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Sphinx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302AE-1A0D-4777-89AD-AEEDC96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Organiza guías y referencia API.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75E33-F51B-4725-8403-C4FE0267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BABEA-03DF-4640-A104-1F29489B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7CDDF-9C90-4249-BED5-3AC50EE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00291C-55D3-4C83-AD63-927CBDF5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85950"/>
            <a:ext cx="1066800" cy="16192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D2544-DAB7-4AF7-9206-D86921E6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13596-7F3C-49E6-A3B9-E14AC491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05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HTML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CE0E53-0279-4A8A-9AC4-0749A8CF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432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Sitio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68407-4206-4260-9B72-1116C7A5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8FB28-875A-41F0-84E3-B152E495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512542-1C48-490D-BD64-640766C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723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E40F1-26E6-40B2-AF73-BD589449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895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5A5E8F-6552-4B10-93BD-1793D93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COMANDO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9A750D-657F-4205-B381-6713153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681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sphinx -b html docs docs/_build/html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6E3676-915A-40A0-8B9E-150F4E8F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3390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1FC096-1427-431B-BDE4-BFC700EA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Contenido generado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6C296F-6B54-4551-B92F-118076A1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Uso · API · refactorización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31CFA8-3EC9-4D41-AD82-AE0979FF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Ventaja: si cambia una firma o un docstring, la próxima compilación actualiza la referencia.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024B61-09EF-46E3-AF2E-F0C73D88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9B0D0C-C869-4A33-B3D4-9AADD122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88A160-AFCA-4BE3-AA95-FF43436B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749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E5CDE-26D2-4049-8448-0B02CDC0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73B16-7D0A-4D86-A4E7-DEE48366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flake8 como alternativa liviana a SonarQube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5705E-39DD-4D8C-B36B-F8E7A50B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FF24A-08EF-4FFF-8093-1CC4DD26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433387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AF63B-3C71-48FD-91B1-733DA0D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SonarQube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80422-8B62-4A79-AE51-C6C7238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Panel central y métricas históricas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Bugs, vulnerabilidades y code smells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Muy útil en equipos y CI/CD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Requiere más infraestructura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80B02-AF62-49F2-AD86-7423CA92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Referencia del enunciado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FCE4C-E1BA-4813-9A3D-A85AFDED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19275"/>
            <a:ext cx="627697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9F62A-0BEF-4C50-B3FF-7A4BF3C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flake8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899F4-AB1C-461D-A698-88777CB1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57475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Chequeo local inmediato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PEP 8, errores sintácticos e imports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Sin servicio externo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Se integra con un solo comando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4EA57-50C2-49E3-ADD9-C7C6E3DE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965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8FA4C-9405-41AA-B0A5-DEF7E2F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76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 observaciones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99C4E-4AB8-4C0D-A249-011696A5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Criterio de elección: aplicar una herramienta simple y reproducible para el alcance del proyecto.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96923-F5F8-4552-AD6E-9A4480C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64444-CD03-4F69-9FFE-74F6768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7BA8C-E817-488B-B2EC-CF65AF7B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40608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F7691C-0102-4F25-9674-90B90C05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TESTING Y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05F6E-FB9E-47A6-A3F3-B5E1D5B4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pytest protege la refactorización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6FC1A-A502-4079-9F42-77B9B2F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11BDF-0E70-4553-89E6-5B38E85F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68F3C-6804-442E-BA30-1CAE1AD2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FFB51-37E1-4FC7-ABAD-9BB61C8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tests aprobados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7940B-A493-42AA-9977-24B4B3C4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097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7FD3C-6DB5-49F7-9916-DEB5FD0D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85C92-DCF2-403D-B55E-62312DC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479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cobertura del núcleo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2ADED-2656-48BD-8E8A-CD8ECC3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FA99C-633C-4FE9-A204-1F4D44D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62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7548B-E17E-4AA6-95D9-5E20E068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479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módulos de pruebas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B8DA8-B5D2-41A8-AD95-5AB82B48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2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B2B0B-FC8F-4709-900D-643C2F64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pytest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74472-5042-4383-B7B8-17D5F28C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framework utilizado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6115C-2729-49A5-8D23-7194BEB3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33337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7FD70-9AA7-4C54-9087-C1FACAAB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60350-2DAE-4DE4-AC21-23332F8D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Unitarias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D8A92-6152-41CB-9A41-92A28395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Reglas del detector y acumuladores se prueban de forma aislada.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8F612-9E64-49A9-B659-2350A69B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933FA-D653-47C1-9AB1-72DE4B2F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05A46-7017-421B-AD77-5E9855A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0400"/>
            <a:ext cx="33337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EA5E7-E658-49BF-B463-1321AC8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B3C99-9EA6-4CC4-832C-414BAF8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Integración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51DB22-C22D-419E-B11C-7CFF635C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576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Generar, leer, procesar y escribir CSV se valida como flujo completo.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745E0-DAE3-4D53-8F6C-2DC44B0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0B442-02E5-49F7-968C-63014B47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071F2-AF22-4C22-8D4E-38360DD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33337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D4FF6-12CE-45A0-AF0E-A83995A3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6558E8-753C-4506-8B95-9BAF2C2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Regresión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2D520B-649A-420C-A51D-7EA7CAA1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detección en streaming produce las mismas alertas que la versión en memoria.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64BCE0-DF95-41A7-A53E-B9B6663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FE8C4-FF5F-4139-9079-1AD43A33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897F1E-F75E-46C3-BC95-052D3106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96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891453-DC12-474B-858A-9334F12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pytest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pytest --cov=archivos --cov=configuracion --cov=detectores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FA0BCA-0160-49B7-9C6F-7A6E5A13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484BF6-FA68-4335-8828-F78F9266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AA50E6-B1B5-46C9-92DE-405935B2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47651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4ADFAB-BAB4-4C9E-B84D-A1269EF4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31637-DC5A-497B-A8A5-4B2802E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Cada tema del enunciado quedó aplicado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9ABF7-6946-4508-8524-2A431910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F394E-041A-4EE6-8ACB-89435733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E4C7E-BB0A-41ED-9E31-66452927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8A0B6-CC94-4902-98F1-250B1EF1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81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Refactorización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232BF-A2F6-4986-BF72-D50163FD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811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EstadoDeteccionUsuario · ConfiguracionDeteccion · DRY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4983E-490C-475F-ACCE-B3FF2402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D54CB-99EF-45CF-BA9C-F1E51A2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18A9A-D401-4BD6-BEB3-2F25E0C0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Optimización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53B3D-C711-499F-83EA-2A2C87F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cProfile + SnakeViz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7286D-9E5C-4544-938D-93591F06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D59DE-E748-4675-9DE8-6B4A978E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342A0-CD1F-44B7-A8C0-5FA1AF9C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Herramienta general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8AE9A-4D07-4119-A990-8047A79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psutil: CPU · RSS · E/S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93CB9-5D1C-451A-A3BB-73F753E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806F2-8309-4344-80ED-A34AF5E0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6C7A8-AD00-43F6-B4B7-46B1D745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Archivos grandes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7F983D-776F-4539-BC6A-F0BB8E17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yield · buffer 1 MB · batching · estado entre lotes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B1BFF-76EA-4920-A32F-CC9B8008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2543D-22DB-4AFD-92AE-6DD77531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07DE1-3511-4331-B2AC-F413AE9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Mantenibilidad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83A0B-C4D4-4E6C-82F3-A1BCD4DD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052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nombres · docstrings · módulos · PEP 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AFA24-1FFC-4891-B87E-6AD0608C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82DF97-425B-43F0-B21C-8D0BBCAA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14F7B-AEE9-449C-ABB7-1C3879ED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Documentación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9624C-34C1-4F08-8652-EB4005EA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Sphinx + autodoc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A4061-C77D-48D9-A6AC-18275FA4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085F9B-491F-4EF6-82D3-87152E9F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9C9279-E8BF-4560-94D6-3021768B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67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Calidad y testing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2FBF2-9056-4052-911B-6AE0D0E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flake8 · pytest · pytest-cov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EF212-355E-43D4-B49F-C667ED2E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896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8DF99-DF5E-4C29-AFA3-46602FA8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1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Resultado: mismo detector, mejor preparado para cambiar, medir y escalar.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AFA03B-D76A-4617-841B-22B421D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CA8063-DC3D-4668-9DCF-B27C7442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BFEE04-D8BA-4ADD-90F7-71ED0FA9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81387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2026-10-16T18:51:38.1420000Z</dcterms:created>
  <dcterms:modified xsi:type="dcterms:W3CDTF">2026-10-16T18:51:38.1420000Z</dcterms:modified>
</coreProperties>
</file>